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02950-8611-4DD3-9561-0520A6552289}" v="3" dt="2026-08-03T04:13:14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4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gina Fabian Ortiz Lopez" userId="c2aa418a4ce6832f" providerId="LiveId" clId="{1F662364-3BCD-4FD2-8C18-3799B39319C3}"/>
    <pc:docChg chg="undo custSel delSld modSld">
      <pc:chgData name="Regina Fabian Ortiz Lopez" userId="c2aa418a4ce6832f" providerId="LiveId" clId="{1F662364-3BCD-4FD2-8C18-3799B39319C3}" dt="2026-08-03T04:28:48.324" v="111" actId="478"/>
      <pc:docMkLst>
        <pc:docMk/>
      </pc:docMkLst>
      <pc:sldChg chg="addSp delSp modSp mod">
        <pc:chgData name="Regina Fabian Ortiz Lopez" userId="c2aa418a4ce6832f" providerId="LiveId" clId="{1F662364-3BCD-4FD2-8C18-3799B39319C3}" dt="2026-08-03T04:28:48.324" v="111" actId="478"/>
        <pc:sldMkLst>
          <pc:docMk/>
          <pc:sldMk cId="0" sldId="256"/>
        </pc:sldMkLst>
        <pc:spChg chg="add mod">
          <ac:chgData name="Regina Fabian Ortiz Lopez" userId="c2aa418a4ce6832f" providerId="LiveId" clId="{1F662364-3BCD-4FD2-8C18-3799B39319C3}" dt="2026-08-03T04:28:45.225" v="110" actId="313"/>
          <ac:spMkLst>
            <pc:docMk/>
            <pc:sldMk cId="0" sldId="256"/>
            <ac:spMk id="11" creationId="{E1CAA279-F18A-F0B1-A5A2-D669880A8814}"/>
          </ac:spMkLst>
        </pc:spChg>
        <pc:picChg chg="mod">
          <ac:chgData name="Regina Fabian Ortiz Lopez" userId="c2aa418a4ce6832f" providerId="LiveId" clId="{1F662364-3BCD-4FD2-8C18-3799B39319C3}" dt="2026-08-03T04:28:34.876" v="108" actId="1076"/>
          <ac:picMkLst>
            <pc:docMk/>
            <pc:sldMk cId="0" sldId="256"/>
            <ac:picMk id="2" creationId="{00000000-0000-0000-0000-000000000000}"/>
          </ac:picMkLst>
        </pc:picChg>
        <pc:picChg chg="add del mod">
          <ac:chgData name="Regina Fabian Ortiz Lopez" userId="c2aa418a4ce6832f" providerId="LiveId" clId="{1F662364-3BCD-4FD2-8C18-3799B39319C3}" dt="2026-08-03T04:28:48.324" v="111" actId="478"/>
          <ac:picMkLst>
            <pc:docMk/>
            <pc:sldMk cId="0" sldId="256"/>
            <ac:picMk id="9" creationId="{4E466F9B-A27F-021D-B8D8-0E13AF4330C0}"/>
          </ac:picMkLst>
        </pc:picChg>
      </pc:sldChg>
      <pc:sldChg chg="delSp mod">
        <pc:chgData name="Regina Fabian Ortiz Lopez" userId="c2aa418a4ce6832f" providerId="LiveId" clId="{1F662364-3BCD-4FD2-8C18-3799B39319C3}" dt="2026-08-03T04:11:03.919" v="0" actId="478"/>
        <pc:sldMkLst>
          <pc:docMk/>
          <pc:sldMk cId="0" sldId="257"/>
        </pc:sldMkLst>
        <pc:spChg chg="del">
          <ac:chgData name="Regina Fabian Ortiz Lopez" userId="c2aa418a4ce6832f" providerId="LiveId" clId="{1F662364-3BCD-4FD2-8C18-3799B39319C3}" dt="2026-08-03T04:11:03.919" v="0" actId="478"/>
          <ac:spMkLst>
            <pc:docMk/>
            <pc:sldMk cId="0" sldId="257"/>
            <ac:spMk id="5" creationId="{00000000-0000-0000-0000-000000000000}"/>
          </ac:spMkLst>
        </pc:spChg>
      </pc:sldChg>
      <pc:sldChg chg="addSp delSp modSp mod">
        <pc:chgData name="Regina Fabian Ortiz Lopez" userId="c2aa418a4ce6832f" providerId="LiveId" clId="{1F662364-3BCD-4FD2-8C18-3799B39319C3}" dt="2026-08-03T04:11:34.107" v="4" actId="1076"/>
        <pc:sldMkLst>
          <pc:docMk/>
          <pc:sldMk cId="0" sldId="258"/>
        </pc:sldMkLst>
        <pc:spChg chg="del">
          <ac:chgData name="Regina Fabian Ortiz Lopez" userId="c2aa418a4ce6832f" providerId="LiveId" clId="{1F662364-3BCD-4FD2-8C18-3799B39319C3}" dt="2026-08-03T04:11:14.162" v="1" actId="478"/>
          <ac:spMkLst>
            <pc:docMk/>
            <pc:sldMk cId="0" sldId="258"/>
            <ac:spMk id="5" creationId="{00000000-0000-0000-0000-000000000000}"/>
          </ac:spMkLst>
        </pc:spChg>
        <pc:picChg chg="del">
          <ac:chgData name="Regina Fabian Ortiz Lopez" userId="c2aa418a4ce6832f" providerId="LiveId" clId="{1F662364-3BCD-4FD2-8C18-3799B39319C3}" dt="2026-08-03T04:11:29.808" v="3" actId="478"/>
          <ac:picMkLst>
            <pc:docMk/>
            <pc:sldMk cId="0" sldId="258"/>
            <ac:picMk id="6" creationId="{00000000-0000-0000-0000-000000000000}"/>
          </ac:picMkLst>
        </pc:picChg>
        <pc:picChg chg="add mod">
          <ac:chgData name="Regina Fabian Ortiz Lopez" userId="c2aa418a4ce6832f" providerId="LiveId" clId="{1F662364-3BCD-4FD2-8C18-3799B39319C3}" dt="2026-08-03T04:11:34.107" v="4" actId="1076"/>
          <ac:picMkLst>
            <pc:docMk/>
            <pc:sldMk cId="0" sldId="258"/>
            <ac:picMk id="9" creationId="{46275BFD-6B88-BCD4-A07E-759667E20499}"/>
          </ac:picMkLst>
        </pc:picChg>
      </pc:sldChg>
      <pc:sldChg chg="delSp mod">
        <pc:chgData name="Regina Fabian Ortiz Lopez" userId="c2aa418a4ce6832f" providerId="LiveId" clId="{1F662364-3BCD-4FD2-8C18-3799B39319C3}" dt="2026-08-03T04:11:58.927" v="5" actId="478"/>
        <pc:sldMkLst>
          <pc:docMk/>
          <pc:sldMk cId="0" sldId="261"/>
        </pc:sldMkLst>
        <pc:spChg chg="del">
          <ac:chgData name="Regina Fabian Ortiz Lopez" userId="c2aa418a4ce6832f" providerId="LiveId" clId="{1F662364-3BCD-4FD2-8C18-3799B39319C3}" dt="2026-08-03T04:11:58.927" v="5" actId="478"/>
          <ac:spMkLst>
            <pc:docMk/>
            <pc:sldMk cId="0" sldId="261"/>
            <ac:spMk id="5" creationId="{00000000-0000-0000-0000-000000000000}"/>
          </ac:spMkLst>
        </pc:spChg>
      </pc:sldChg>
      <pc:sldChg chg="addSp delSp modSp mod">
        <pc:chgData name="Regina Fabian Ortiz Lopez" userId="c2aa418a4ce6832f" providerId="LiveId" clId="{1F662364-3BCD-4FD2-8C18-3799B39319C3}" dt="2026-08-03T04:14:45.199" v="45" actId="14100"/>
        <pc:sldMkLst>
          <pc:docMk/>
          <pc:sldMk cId="0" sldId="262"/>
        </pc:sldMkLst>
        <pc:spChg chg="del mod">
          <ac:chgData name="Regina Fabian Ortiz Lopez" userId="c2aa418a4ce6832f" providerId="LiveId" clId="{1F662364-3BCD-4FD2-8C18-3799B39319C3}" dt="2026-08-03T04:12:18.707" v="7" actId="478"/>
          <ac:spMkLst>
            <pc:docMk/>
            <pc:sldMk cId="0" sldId="262"/>
            <ac:spMk id="6" creationId="{00000000-0000-0000-0000-000000000000}"/>
          </ac:spMkLst>
        </pc:spChg>
        <pc:spChg chg="mod">
          <ac:chgData name="Regina Fabian Ortiz Lopez" userId="c2aa418a4ce6832f" providerId="LiveId" clId="{1F662364-3BCD-4FD2-8C18-3799B39319C3}" dt="2026-08-03T04:13:39.694" v="22" actId="14100"/>
          <ac:spMkLst>
            <pc:docMk/>
            <pc:sldMk cId="0" sldId="262"/>
            <ac:spMk id="9" creationId="{00000000-0000-0000-0000-000000000000}"/>
          </ac:spMkLst>
        </pc:spChg>
        <pc:spChg chg="add mod">
          <ac:chgData name="Regina Fabian Ortiz Lopez" userId="c2aa418a4ce6832f" providerId="LiveId" clId="{1F662364-3BCD-4FD2-8C18-3799B39319C3}" dt="2026-08-03T04:14:13.105" v="40" actId="1076"/>
          <ac:spMkLst>
            <pc:docMk/>
            <pc:sldMk cId="0" sldId="262"/>
            <ac:spMk id="34" creationId="{A2DD2DE6-5FE7-87E4-06E1-402C4E4E88F9}"/>
          </ac:spMkLst>
        </pc:spChg>
        <pc:picChg chg="mod">
          <ac:chgData name="Regina Fabian Ortiz Lopez" userId="c2aa418a4ce6832f" providerId="LiveId" clId="{1F662364-3BCD-4FD2-8C18-3799B39319C3}" dt="2026-08-03T04:14:09.973" v="39" actId="1076"/>
          <ac:picMkLst>
            <pc:docMk/>
            <pc:sldMk cId="0" sldId="262"/>
            <ac:picMk id="2" creationId="{00000000-0000-0000-0000-000000000000}"/>
          </ac:picMkLst>
        </pc:picChg>
        <pc:picChg chg="del">
          <ac:chgData name="Regina Fabian Ortiz Lopez" userId="c2aa418a4ce6832f" providerId="LiveId" clId="{1F662364-3BCD-4FD2-8C18-3799B39319C3}" dt="2026-08-03T04:12:46.982" v="13" actId="478"/>
          <ac:picMkLst>
            <pc:docMk/>
            <pc:sldMk cId="0" sldId="262"/>
            <ac:picMk id="18" creationId="{00000000-0000-0000-0000-000000000000}"/>
          </ac:picMkLst>
        </pc:picChg>
        <pc:picChg chg="del">
          <ac:chgData name="Regina Fabian Ortiz Lopez" userId="c2aa418a4ce6832f" providerId="LiveId" clId="{1F662364-3BCD-4FD2-8C18-3799B39319C3}" dt="2026-08-03T04:13:19.385" v="19" actId="478"/>
          <ac:picMkLst>
            <pc:docMk/>
            <pc:sldMk cId="0" sldId="262"/>
            <ac:picMk id="20" creationId="{00000000-0000-0000-0000-000000000000}"/>
          </ac:picMkLst>
        </pc:picChg>
        <pc:picChg chg="add mod">
          <ac:chgData name="Regina Fabian Ortiz Lopez" userId="c2aa418a4ce6832f" providerId="LiveId" clId="{1F662364-3BCD-4FD2-8C18-3799B39319C3}" dt="2026-08-03T04:12:53.405" v="16" actId="1076"/>
          <ac:picMkLst>
            <pc:docMk/>
            <pc:sldMk cId="0" sldId="262"/>
            <ac:picMk id="31" creationId="{FA0359A2-1855-F092-C401-4D7B9950968D}"/>
          </ac:picMkLst>
        </pc:picChg>
        <pc:picChg chg="add mod">
          <ac:chgData name="Regina Fabian Ortiz Lopez" userId="c2aa418a4ce6832f" providerId="LiveId" clId="{1F662364-3BCD-4FD2-8C18-3799B39319C3}" dt="2026-08-03T04:14:07.004" v="37" actId="14100"/>
          <ac:picMkLst>
            <pc:docMk/>
            <pc:sldMk cId="0" sldId="262"/>
            <ac:picMk id="32" creationId="{95D0666C-4F09-3DFB-2089-2E2ACADCBBC4}"/>
          </ac:picMkLst>
        </pc:picChg>
        <pc:picChg chg="add mod">
          <ac:chgData name="Regina Fabian Ortiz Lopez" userId="c2aa418a4ce6832f" providerId="LiveId" clId="{1F662364-3BCD-4FD2-8C18-3799B39319C3}" dt="2026-08-03T04:14:45.199" v="45" actId="14100"/>
          <ac:picMkLst>
            <pc:docMk/>
            <pc:sldMk cId="0" sldId="262"/>
            <ac:picMk id="36" creationId="{B3AA002A-D004-13F8-3F04-EC0B98C91E92}"/>
          </ac:picMkLst>
        </pc:picChg>
      </pc:sldChg>
      <pc:sldChg chg="del">
        <pc:chgData name="Regina Fabian Ortiz Lopez" userId="c2aa418a4ce6832f" providerId="LiveId" clId="{1F662364-3BCD-4FD2-8C18-3799B39319C3}" dt="2026-08-03T04:15:00.563" v="46" actId="47"/>
        <pc:sldMkLst>
          <pc:docMk/>
          <pc:sldMk cId="0" sldId="265"/>
        </pc:sldMkLst>
      </pc:sldChg>
      <pc:sldChg chg="del">
        <pc:chgData name="Regina Fabian Ortiz Lopez" userId="c2aa418a4ce6832f" providerId="LiveId" clId="{1F662364-3BCD-4FD2-8C18-3799B39319C3}" dt="2026-08-03T04:15:05.534" v="47" actId="47"/>
        <pc:sldMkLst>
          <pc:docMk/>
          <pc:sldMk cId="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5095875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314450"/>
            <a:ext cx="5350668" cy="176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 dirty="0">
                <a:solidFill>
                  <a:srgbClr val="F8FAFC"/>
                </a:solidFill>
                <a:latin typeface="Space Grotesk"/>
              </a:rPr>
              <a:t>Sistema </a:t>
            </a:r>
            <a:r>
              <a:rPr sz="4200" b="1" i="0" u="none" dirty="0" err="1">
                <a:solidFill>
                  <a:srgbClr val="F8FAFC"/>
                </a:solidFill>
                <a:latin typeface="Space Grotesk"/>
              </a:rPr>
              <a:t>Inteligente</a:t>
            </a:r>
            <a:r>
              <a:rPr sz="4200" b="1" i="0" u="none" dirty="0">
                <a:solidFill>
                  <a:srgbClr val="F8FAFC"/>
                </a:solidFill>
                <a:latin typeface="Space Grotesk"/>
              </a:rPr>
              <a:t> para la </a:t>
            </a:r>
            <a:r>
              <a:rPr sz="4200" b="1" i="0" u="none" dirty="0" err="1">
                <a:solidFill>
                  <a:srgbClr val="F8FAFC"/>
                </a:solidFill>
                <a:latin typeface="Space Grotesk"/>
              </a:rPr>
              <a:t>Detección</a:t>
            </a:r>
            <a:r>
              <a:rPr sz="4200" b="1" i="0" u="none" dirty="0">
                <a:solidFill>
                  <a:srgbClr val="F8FAFC"/>
                </a:solidFill>
                <a:latin typeface="Space Grotesk"/>
              </a:rPr>
              <a:t> de </a:t>
            </a:r>
            <a:r>
              <a:rPr sz="4200" b="1" i="0" u="none" dirty="0" err="1">
                <a:solidFill>
                  <a:srgbClr val="F8FAFC"/>
                </a:solidFill>
                <a:latin typeface="Space Grotesk"/>
              </a:rPr>
              <a:t>Ataques</a:t>
            </a:r>
            <a:r>
              <a:rPr sz="4200" b="1" i="0" u="none" dirty="0">
                <a:solidFill>
                  <a:srgbClr val="F8FAFC"/>
                </a:solidFill>
                <a:latin typeface="Space Grotesk"/>
              </a:rPr>
              <a:t> de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645991"/>
            <a:ext cx="535066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6B6D4"/>
                </a:solidFill>
                <a:latin typeface="Space Grotesk"/>
              </a:rPr>
              <a:t>1 Introducción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217491"/>
            <a:ext cx="5095875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Este portfolio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presenta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el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proyecto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desarrollado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para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detectar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posibles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ataques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de red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mediante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un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modelo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de Machine Learning.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Además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de la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predicción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, se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implementaron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herramientas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monitoreo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,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automatización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y control de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versiones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para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mejorar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la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operación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del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sistema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AA279-F18A-F0B1-A5A2-D669880A8814}"/>
              </a:ext>
            </a:extLst>
          </p:cNvPr>
          <p:cNvSpPr txBox="1"/>
          <p:nvPr/>
        </p:nvSpPr>
        <p:spPr>
          <a:xfrm>
            <a:off x="7727182" y="6468855"/>
            <a:ext cx="5095875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s-MX" sz="1650" b="0" i="0" u="none" dirty="0">
                <a:solidFill>
                  <a:srgbClr val="CBD5E1"/>
                </a:solidFill>
                <a:latin typeface="Inter"/>
              </a:rPr>
              <a:t>Fase III – Christian Oswaldo Ortiz Rodríguez</a:t>
            </a:r>
            <a:endParaRPr sz="1650" b="0" i="0" u="none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90725"/>
            <a:ext cx="5286375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01664"/>
            <a:ext cx="5286375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Las redes generan una gran cantidad de información y detectar ataques de forma manual puede ser un proceso lento. Por ello, se desarrolló una solución que permite analizar el tráfico de red y clasificarlo automáticamente como tráfico benigno o posible ataque.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00250"/>
            <a:ext cx="5267325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B6D4"/>
                </a:solidFill>
                <a:latin typeface="Space Grotesk"/>
              </a:rPr>
              <a:t>2.</a:t>
            </a:r>
            <a:r>
              <a:rPr sz="3600" b="1" i="0" u="none">
                <a:solidFill>
                  <a:srgbClr val="F8FAFC"/>
                </a:solidFill>
                <a:latin typeface="Space Grotesk"/>
              </a:rPr>
              <a:t> Problema abordado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90725"/>
            <a:ext cx="5286375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769244"/>
            <a:ext cx="5286375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La solución consiste en un modelo Random Forest publicado mediante una API con FastAPI. El proyecto también incorpora Docker, MLflow y GitHub Actions para facilitar el despliegue, el monitoreo y la automatización del proceso.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B6D4"/>
                </a:solidFill>
                <a:latin typeface="Space Grotesk"/>
              </a:rPr>
              <a:t>3.</a:t>
            </a:r>
            <a:r>
              <a:rPr sz="3600" b="1" i="0" u="none">
                <a:solidFill>
                  <a:srgbClr val="F8FAFC"/>
                </a:solidFill>
                <a:latin typeface="Space Grotesk"/>
              </a:rPr>
              <a:t> Solución desarrollada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75BFD-6B88-BCD4-A07E-759667E20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2047875"/>
            <a:ext cx="489204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9750" y="1695450"/>
            <a:ext cx="85725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La solución aporta beneficios como: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9750" y="2377380"/>
            <a:ext cx="8572500" cy="716160"/>
          </a:xfrm>
          <a:prstGeom prst="roundRect">
            <a:avLst>
              <a:gd name="adj" fmla="val 1064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33625" y="2567880"/>
            <a:ext cx="7858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Detectar posibles ataques de forma automática.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9750" y="2377380"/>
            <a:ext cx="38100" cy="7161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09750" y="3284041"/>
            <a:ext cx="8572500" cy="716160"/>
          </a:xfrm>
          <a:prstGeom prst="roundRect">
            <a:avLst>
              <a:gd name="adj" fmla="val 1064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3625" y="3474541"/>
            <a:ext cx="7858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Reducir el tiempo de análisis del tráfico.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9750" y="3284041"/>
            <a:ext cx="38100" cy="7161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809750" y="4190702"/>
            <a:ext cx="8572500" cy="716160"/>
          </a:xfrm>
          <a:prstGeom prst="roundRect">
            <a:avLst>
              <a:gd name="adj" fmla="val 1064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3625" y="4381202"/>
            <a:ext cx="7858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Facilitar el monitoreo del modelo.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9750" y="4190702"/>
            <a:ext cx="38100" cy="7161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09750" y="5097363"/>
            <a:ext cx="8572500" cy="716160"/>
          </a:xfrm>
          <a:prstGeom prst="roundRect">
            <a:avLst>
              <a:gd name="adj" fmla="val 1064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3625" y="5287863"/>
            <a:ext cx="7858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Mantener el control de versiones del proyecto.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9750" y="5097363"/>
            <a:ext cx="38100" cy="7161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809750" y="6004024"/>
            <a:ext cx="8572500" cy="716160"/>
          </a:xfrm>
          <a:prstGeom prst="roundRect">
            <a:avLst>
              <a:gd name="adj" fmla="val 1064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3625" y="6194524"/>
            <a:ext cx="7858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Proponer una arquitectura escalable para la nube.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9750" y="6004024"/>
            <a:ext cx="38100" cy="7161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50" y="2635448"/>
            <a:ext cx="1905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350" y="3542109"/>
            <a:ext cx="1714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8350" y="4448770"/>
            <a:ext cx="1905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8350" y="5355431"/>
            <a:ext cx="1714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8350" y="6262092"/>
            <a:ext cx="238125" cy="2000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B6D4"/>
                </a:solidFill>
                <a:latin typeface="Space Grotesk"/>
              </a:rPr>
              <a:t>4.</a:t>
            </a:r>
            <a:r>
              <a:rPr sz="3600" b="1" i="0" u="none">
                <a:solidFill>
                  <a:srgbClr val="F8FAFC"/>
                </a:solidFill>
                <a:latin typeface="Space Grotesk"/>
              </a:rPr>
              <a:t> Valor de negocio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695450"/>
            <a:ext cx="11049000" cy="5824537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1695450"/>
          <a:ext cx="11029949" cy="5824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8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17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6B6D4"/>
                          </a:solidFill>
                          <a:latin typeface="Space Grotesk"/>
                        </a:rPr>
                        <a:t>Tecnología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6B6D4"/>
                          </a:solidFill>
                          <a:latin typeface="Space Grotesk"/>
                        </a:rPr>
                        <a:t>Uso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1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Python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Desarrollo del proyecto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1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Scikit-learn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Modelo Random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1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FastAPI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API de predicción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1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Docker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Contenedor de la aplicación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1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MLflow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Registro de métricas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1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GitHub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Control de versiones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71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GitHub Actions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Pipeline automatizado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7177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AWS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Propuesta de despliegue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" y="7710487"/>
            <a:ext cx="11049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1" u="none">
                <a:solidFill>
                  <a:srgbClr val="94A3B8"/>
                </a:solidFill>
                <a:latin typeface="Inter"/>
              </a:rPr>
              <a:t>Evidencia: Logos o captura del proyecto.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2314575"/>
            <a:ext cx="33088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89920" y="2314575"/>
            <a:ext cx="772105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2964060"/>
            <a:ext cx="33088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89920" y="2964060"/>
            <a:ext cx="772105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613546"/>
            <a:ext cx="33088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89920" y="3613546"/>
            <a:ext cx="772105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4263032"/>
            <a:ext cx="33088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89920" y="4263032"/>
            <a:ext cx="772105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912518"/>
            <a:ext cx="33088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89920" y="4912518"/>
            <a:ext cx="772105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5562004"/>
            <a:ext cx="33088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89920" y="5562004"/>
            <a:ext cx="772105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6211490"/>
            <a:ext cx="33088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89920" y="6211490"/>
            <a:ext cx="772105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6860976"/>
            <a:ext cx="33088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89920" y="6860976"/>
            <a:ext cx="772105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B6D4"/>
                </a:solidFill>
                <a:latin typeface="Space Grotesk"/>
              </a:rPr>
              <a:t>5.</a:t>
            </a:r>
            <a:r>
              <a:rPr sz="3600" b="1" i="0" u="none">
                <a:solidFill>
                  <a:srgbClr val="F8FAFC"/>
                </a:solidFill>
                <a:latin typeface="Space Grotesk"/>
              </a:rPr>
              <a:t> Stack tecnológico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730126"/>
            <a:ext cx="528637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95450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Durante el desarrollo se obtuvieron los siguientes resultados: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739651"/>
            <a:ext cx="5267325" cy="4552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4875" y="2556271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Modelo entrenado y funcional.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034307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API disponible mediante FastAPI.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512343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Contenedor Docker operativo.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3990379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Registro de métricas con MLflow.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4468415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Simulación de incidentes y Data Drift.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4946451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Pipeline automatizado con GitHub 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5424487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Propuesta de despliegue en AWS.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537221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015257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493293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3971329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44936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927401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5405437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B6D4"/>
                </a:solidFill>
                <a:latin typeface="Space Grotesk"/>
              </a:rPr>
              <a:t>6.</a:t>
            </a:r>
            <a:r>
              <a:rPr sz="3600" b="1" i="0" u="none">
                <a:solidFill>
                  <a:srgbClr val="F8FAFC"/>
                </a:solidFill>
                <a:latin typeface="Space Grotesk"/>
              </a:rPr>
              <a:t> Resultados alcanzados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650" y="1695450"/>
            <a:ext cx="3495675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825" y="1695450"/>
            <a:ext cx="3495675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650" y="4171950"/>
            <a:ext cx="718185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72050" y="3514725"/>
            <a:ext cx="335041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B6D4"/>
                </a:solidFill>
                <a:latin typeface="Space Grotesk"/>
              </a:rPr>
              <a:t>API (Swagger)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8225" y="3514725"/>
            <a:ext cx="335041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B6D4"/>
                </a:solidFill>
                <a:latin typeface="Space Grotesk"/>
              </a:rPr>
              <a:t>MLflow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2050" y="6164581"/>
            <a:ext cx="140865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6B6D4"/>
                </a:solidFill>
                <a:latin typeface="Space Grotesk"/>
              </a:rPr>
              <a:t>AWS / </a:t>
            </a:r>
            <a:r>
              <a:rPr sz="1350" b="1" i="0" u="none" dirty="0" err="1">
                <a:solidFill>
                  <a:srgbClr val="06B6D4"/>
                </a:solidFill>
                <a:latin typeface="Space Grotesk"/>
              </a:rPr>
              <a:t>Arquitectura</a:t>
            </a:r>
            <a:endParaRPr sz="1350" b="1" i="0" u="none" dirty="0">
              <a:solidFill>
                <a:srgbClr val="06B6D4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4875" y="2386905"/>
            <a:ext cx="3533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API funcionando (Swagger).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2864941"/>
            <a:ext cx="3533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MLflow.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3342977"/>
            <a:ext cx="3533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Dashboard.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3821013"/>
            <a:ext cx="3533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Docker.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4299049"/>
            <a:ext cx="3533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GitHub.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4777085"/>
            <a:ext cx="3533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GitHub 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5255121"/>
            <a:ext cx="3533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AWS Calculator.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5733157"/>
            <a:ext cx="3533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Diagrama de arquitectura.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8225" y="1847850"/>
            <a:ext cx="3190875" cy="15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236785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2845891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3323927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3801963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279999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475803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5236071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5714107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B6D4"/>
                </a:solidFill>
                <a:latin typeface="Space Grotesk"/>
              </a:rPr>
              <a:t>7.</a:t>
            </a:r>
            <a:r>
              <a:rPr sz="3600" b="1" i="0" u="none">
                <a:solidFill>
                  <a:srgbClr val="F8FAFC"/>
                </a:solidFill>
                <a:latin typeface="Space Grotesk"/>
              </a:rPr>
              <a:t> Evidencias del proyecto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A0359A2-1855-F092-C401-4D7B995096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907" y="1838720"/>
            <a:ext cx="3190874" cy="167600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5D0666C-4F09-3DFB-2089-2E2ACADCBB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7432" y="4182161"/>
            <a:ext cx="2438064" cy="230072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2DD2DE6-5FE7-87E4-06E1-402C4E4E88F9}"/>
              </a:ext>
            </a:extLst>
          </p:cNvPr>
          <p:cNvSpPr txBox="1"/>
          <p:nvPr/>
        </p:nvSpPr>
        <p:spPr>
          <a:xfrm>
            <a:off x="9052225" y="4133890"/>
            <a:ext cx="140865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1350" b="1" dirty="0">
                <a:solidFill>
                  <a:srgbClr val="06B6D4"/>
                </a:solidFill>
                <a:latin typeface="Space Grotesk"/>
              </a:rPr>
              <a:t>GitHub</a:t>
            </a:r>
            <a:endParaRPr sz="1350" b="1" i="0" u="none" dirty="0">
              <a:solidFill>
                <a:srgbClr val="06B6D4"/>
              </a:solidFill>
              <a:latin typeface="Space Grotesk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3AA002A-D004-13F8-3F04-EC0B98C91E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8500" y="4181210"/>
            <a:ext cx="2273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62000"/>
            <a:ext cx="535066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B6D4"/>
                </a:solidFill>
                <a:latin typeface="Space Grotesk"/>
              </a:rPr>
              <a:t>8</a:t>
            </a:r>
            <a:r>
              <a:rPr sz="3600" b="1" i="0" u="none">
                <a:solidFill>
                  <a:srgbClr val="F8FAFC"/>
                </a:solidFill>
                <a:latin typeface="Space Grotesk"/>
              </a:rPr>
              <a:t> Conclusión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485900"/>
            <a:ext cx="5095875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650331"/>
            <a:ext cx="5095875" cy="268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Este proyecto permitió integrar un modelo de Machine Learning con herramientas de MLOps y GitOps para automatizar su operación y monitoreo. Además, se propuso una arquitectura escalable en la nube, demostrando cómo una solución de inteligencia artificial puede evolucionar desde un entorno académico hacia una implementación más cercana a un entorno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46226"/>
            <a:ext cx="11049000" cy="168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3025" y="3536751"/>
            <a:ext cx="9886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GitHub. (2025). </a:t>
            </a:r>
            <a:r>
              <a:rPr sz="1650" b="0" i="1" u="none">
                <a:solidFill>
                  <a:srgbClr val="CBD5E1"/>
                </a:solidFill>
                <a:latin typeface="Inter"/>
              </a:rPr>
              <a:t>GitHub Actions documentation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. </a:t>
            </a:r>
            <a:r>
              <a:rPr sz="1650" b="0" i="0" u="none">
                <a:solidFill>
                  <a:srgbClr val="06B6D4"/>
                </a:solidFill>
                <a:latin typeface="Inter"/>
              </a:rPr>
              <a:t>https://docs.github.com/actions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3025" y="4110037"/>
            <a:ext cx="9886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MLflow. (2025). </a:t>
            </a:r>
            <a:r>
              <a:rPr sz="1650" b="0" i="1" u="none">
                <a:solidFill>
                  <a:srgbClr val="CBD5E1"/>
                </a:solidFill>
                <a:latin typeface="Inter"/>
              </a:rPr>
              <a:t>MLflow documentation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. </a:t>
            </a:r>
            <a:r>
              <a:rPr sz="1650" b="0" i="0" u="none">
                <a:solidFill>
                  <a:srgbClr val="06B6D4"/>
                </a:solidFill>
                <a:latin typeface="Inter"/>
              </a:rPr>
              <a:t>https://mlflow.org/docs/latest/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B6D4"/>
                </a:solidFill>
                <a:latin typeface="Space Grotesk"/>
              </a:rPr>
              <a:t>9</a:t>
            </a:r>
            <a:r>
              <a:rPr sz="3600" b="1" i="0" u="none">
                <a:solidFill>
                  <a:srgbClr val="F8FAFC"/>
                </a:solidFill>
                <a:latin typeface="Space Grotesk"/>
              </a:rPr>
              <a:t> Referencias (APA 7)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450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Regina Fabian Ortiz Lopez</cp:lastModifiedBy>
  <cp:revision>1</cp:revision>
  <dcterms:created xsi:type="dcterms:W3CDTF">2013-01-27T09:14:16Z</dcterms:created>
  <dcterms:modified xsi:type="dcterms:W3CDTF">2026-08-03T04:28:50Z</dcterms:modified>
  <cp:category/>
</cp:coreProperties>
</file>